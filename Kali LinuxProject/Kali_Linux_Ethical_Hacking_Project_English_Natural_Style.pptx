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B6F59"/>
                </a:solidFill>
                <a:latin typeface="Aptos"/>
              </a:defRPr>
            </a:pPr>
            <a:r>
              <a:t>CYBERSECURITY LAB •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24128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1F2937"/>
                </a:solidFill>
                <a:latin typeface="Aptos"/>
              </a:defRPr>
            </a:pPr>
            <a:r>
              <a:t>Kali Linux Lab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969264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235791"/>
                </a:solidFill>
                <a:latin typeface="Aptos"/>
              </a:defRPr>
            </a:pPr>
            <a:r>
              <a:t>VirtualBox, NAT Networking, IP Configuration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89611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586577"/>
                </a:solidFill>
                <a:latin typeface="Aptos"/>
              </a:defRPr>
            </a:pPr>
            <a:r>
              <a:t>A practical project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2011680" cy="64008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9784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86577"/>
                </a:solidFill>
                <a:latin typeface="Aptos"/>
              </a:defRPr>
            </a:pPr>
            <a:r>
              <a:t>Prepared as a hands-on lab record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What I am setting up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1600200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31638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VirtualBox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3145536" cy="103327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VirtualBox lets me run Kali Linux as a virtual machine on my Windows laptop.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459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45920"/>
            <a:ext cx="64008" cy="1600200"/>
          </a:xfrm>
          <a:prstGeom prst="rect">
            <a:avLst/>
          </a:prstGeom>
          <a:solidFill>
            <a:srgbClr val="2B6F59"/>
          </a:solidFill>
          <a:ln>
            <a:solidFill>
              <a:srgbClr val="2B6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55648"/>
            <a:ext cx="31638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6F59"/>
                </a:solidFill>
                <a:latin typeface="Aptos"/>
              </a:defRPr>
            </a:pPr>
            <a:r>
              <a:t>Kali Linux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39696"/>
            <a:ext cx="3145536" cy="103327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Kali provides tools for learning cybersecurity and practicing security testing.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459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45920"/>
            <a:ext cx="64008" cy="1600200"/>
          </a:xfrm>
          <a:prstGeom prst="rect">
            <a:avLst/>
          </a:prstGeom>
          <a:solidFill>
            <a:srgbClr val="9C5B23"/>
          </a:solidFill>
          <a:ln>
            <a:solidFill>
              <a:srgbClr val="9C5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755648"/>
            <a:ext cx="31638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9C5B23"/>
                </a:solidFill>
                <a:latin typeface="Aptos"/>
              </a:defRPr>
            </a:pPr>
            <a:r>
              <a:t>NAT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39696"/>
            <a:ext cx="3145536" cy="103327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A NAT Network connects lab virtual machines while providing network access.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10515600" cy="1828800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 The goal is to build a stable, isolated practice environment.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 This report covers network setup, IP configuration, connectivity checks and recovery options.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 All testing should stay within my own lab or systems I have permission to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2. Target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Values used for this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572768"/>
            <a:ext cx="10515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27632"/>
            <a:ext cx="374903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35791"/>
                </a:solidFill>
                <a:latin typeface="Aptos"/>
              </a:defRPr>
            </a:pPr>
            <a:r>
              <a:t>Virtualization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27632"/>
            <a:ext cx="63093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Oracle VirtualBox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103120"/>
            <a:ext cx="10515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57984"/>
            <a:ext cx="374903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35791"/>
                </a:solidFill>
                <a:latin typeface="Aptos"/>
              </a:defRPr>
            </a:pPr>
            <a:r>
              <a:t>Network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57984"/>
            <a:ext cx="63093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NAT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633472"/>
            <a:ext cx="10515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88336"/>
            <a:ext cx="374903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35791"/>
                </a:solidFill>
                <a:latin typeface="Aptos"/>
              </a:defRPr>
            </a:pPr>
            <a:r>
              <a:t>Network prefix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88336"/>
            <a:ext cx="63093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10.0.0.0/24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63824"/>
            <a:ext cx="10515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218688"/>
            <a:ext cx="374903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35791"/>
                </a:solidFill>
                <a:latin typeface="Aptos"/>
              </a:defRPr>
            </a:pPr>
            <a:r>
              <a:t>Kali IPv4 address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18688"/>
            <a:ext cx="63093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10.0.0.2/24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694176"/>
            <a:ext cx="10515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749039"/>
            <a:ext cx="374903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35791"/>
                </a:solidFill>
                <a:latin typeface="Aptos"/>
              </a:defRPr>
            </a:pPr>
            <a:r>
              <a:t>Connectivity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749039"/>
            <a:ext cx="63093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Gateway, internet and DNS checks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224528"/>
            <a:ext cx="10515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279392"/>
            <a:ext cx="374903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35791"/>
                </a:solidFill>
                <a:latin typeface="Aptos"/>
              </a:defRPr>
            </a:pPr>
            <a:r>
              <a:t>Clipboard and drag-and-drop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279392"/>
            <a:ext cx="63093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Bidirectional, if supported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754879"/>
            <a:ext cx="10515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809743"/>
            <a:ext cx="374903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35791"/>
                </a:solidFill>
                <a:latin typeface="Aptos"/>
              </a:defRPr>
            </a:pPr>
            <a:r>
              <a:t>Shared folder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809743"/>
            <a:ext cx="63093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Optional, configured separately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5285231"/>
            <a:ext cx="1051560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5340095"/>
            <a:ext cx="374903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35791"/>
                </a:solidFill>
                <a:latin typeface="Aptos"/>
              </a:defRPr>
            </a:pPr>
            <a:r>
              <a:t>Recovery 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340095"/>
            <a:ext cx="63093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Snapshot after successful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3. Creating a Virtual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The screenshot shows the New Virtual Machine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6" name="Picture 5" descr="_kali_project_screenshot_s3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93646"/>
            <a:ext cx="7132320" cy="374736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91640"/>
            <a:ext cx="3520440" cy="1280160"/>
          </a:xfrm>
          <a:prstGeom prst="roundRect">
            <a:avLst/>
          </a:prstGeom>
          <a:solidFill>
            <a:srgbClr val="FAEFE0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1691640"/>
            <a:ext cx="64008" cy="1280160"/>
          </a:xfrm>
          <a:prstGeom prst="rect">
            <a:avLst/>
          </a:prstGeom>
          <a:solidFill>
            <a:srgbClr val="9C5B23"/>
          </a:solidFill>
          <a:ln>
            <a:solidFill>
              <a:srgbClr val="9C5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1801368"/>
            <a:ext cx="320954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9C5B23"/>
                </a:solidFill>
                <a:latin typeface="Aptos"/>
              </a:defRPr>
            </a:pPr>
            <a:r>
              <a:t>What I noticed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185416"/>
            <a:ext cx="3191256" cy="713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The VM Name field is empty and no ISO image is selected.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182112"/>
            <a:ext cx="3520440" cy="1828800"/>
          </a:xfrm>
          <a:prstGeom prst="roundRect">
            <a:avLst/>
          </a:prstGeom>
          <a:solidFill>
            <a:srgbClr val="E4F1E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3182112"/>
            <a:ext cx="64008" cy="1828800"/>
          </a:xfrm>
          <a:prstGeom prst="rect">
            <a:avLst/>
          </a:prstGeom>
          <a:solidFill>
            <a:srgbClr val="2B6F59"/>
          </a:solidFill>
          <a:ln>
            <a:solidFill>
              <a:srgbClr val="2B6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3291840"/>
            <a:ext cx="320954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6F59"/>
                </a:solidFill>
                <a:latin typeface="Aptos"/>
              </a:defRPr>
            </a:pPr>
            <a:r>
              <a:t>How to resolve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3675887"/>
            <a:ext cx="3191256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If Kali is already installed or imported, select the existing VM instead of creating another one. If creating a new VM, enter a name and select the correct Kali ISO.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303520"/>
            <a:ext cx="3383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86577"/>
                </a:solidFill>
                <a:latin typeface="Aptos"/>
              </a:defRPr>
            </a:pPr>
            <a:r>
              <a:t>The Finish button stays disabled until required fields are completed.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4. Choosing the Correct Network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The screenshots show both NAT and NAT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6" name="Picture 5" descr="_kali_project_screenshot_s4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30264"/>
            <a:ext cx="6903720" cy="34717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691640"/>
            <a:ext cx="3840480" cy="1371600"/>
          </a:xfrm>
          <a:prstGeom prst="roundRect">
            <a:avLst/>
          </a:prstGeom>
          <a:solidFill>
            <a:srgbClr val="FAEFE0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691640"/>
            <a:ext cx="64008" cy="1371600"/>
          </a:xfrm>
          <a:prstGeom prst="rect">
            <a:avLst/>
          </a:prstGeom>
          <a:solidFill>
            <a:srgbClr val="9C5B23"/>
          </a:solidFill>
          <a:ln>
            <a:solidFill>
              <a:srgbClr val="9C5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801368"/>
            <a:ext cx="352958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9C5B23"/>
                </a:solidFill>
                <a:latin typeface="Aptos"/>
              </a:defRPr>
            </a:pPr>
            <a:r>
              <a:t>Standard NAT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2185416"/>
            <a:ext cx="3511296" cy="8046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This mode gives the VM outbound access through the host, but it is not the named NAT Network requested for this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291840"/>
            <a:ext cx="3840480" cy="1600200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3291840"/>
            <a:ext cx="64008" cy="1600200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19" y="3401568"/>
            <a:ext cx="352958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Required 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19" y="3785616"/>
            <a:ext cx="3511296" cy="103327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Choose NAT Network in the Attached to menu, then select the network name from the Name 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B6F59"/>
                </a:solidFill>
                <a:latin typeface="Aptos"/>
              </a:defRPr>
            </a:pPr>
            <a:r>
              <a:t>Keep Adapter 1 enabled and Virtual Cable Connected checked.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5. Problem: No NAT Network Selected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The adapter is set to NAT Network, but its Name field is empty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6" name="Picture 5" descr="_kali_project_screenshot_s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91204"/>
            <a:ext cx="6995160" cy="38150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26679" y="1691640"/>
            <a:ext cx="3749039" cy="1143000"/>
          </a:xfrm>
          <a:prstGeom prst="roundRect">
            <a:avLst/>
          </a:prstGeom>
          <a:solidFill>
            <a:srgbClr val="FAEFE0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79" y="1691640"/>
            <a:ext cx="64008" cy="1143000"/>
          </a:xfrm>
          <a:prstGeom prst="rect">
            <a:avLst/>
          </a:prstGeom>
          <a:solidFill>
            <a:srgbClr val="9C5B23"/>
          </a:solidFill>
          <a:ln>
            <a:solidFill>
              <a:srgbClr val="9C5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59" y="1801368"/>
            <a:ext cx="343814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9C5B23"/>
                </a:solidFill>
                <a:latin typeface="Aptos"/>
              </a:defRPr>
            </a:pPr>
            <a:r>
              <a:t>Why it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59" y="2185416"/>
            <a:ext cx="3419856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VirtualBox needs an existing NAT Network to be selected.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063240"/>
            <a:ext cx="3749039" cy="2148840"/>
          </a:xfrm>
          <a:prstGeom prst="roundRect">
            <a:avLst/>
          </a:prstGeom>
          <a:solidFill>
            <a:srgbClr val="E4F1E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3063240"/>
            <a:ext cx="64008" cy="2148840"/>
          </a:xfrm>
          <a:prstGeom prst="rect">
            <a:avLst/>
          </a:prstGeom>
          <a:solidFill>
            <a:srgbClr val="2B6F59"/>
          </a:solidFill>
          <a:ln>
            <a:solidFill>
              <a:srgbClr val="2B6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3172968"/>
            <a:ext cx="343814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6F59"/>
                </a:solidFill>
                <a:latin typeface="Aptos"/>
              </a:defRPr>
            </a:pPr>
            <a:r>
              <a:t>Steps to fix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3557016"/>
            <a:ext cx="3419856" cy="1581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1. Cancel the settings window.</a:t>
            </a:r>
          </a:p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2. Open VirtualBox Network Manager.</a:t>
            </a:r>
          </a:p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3. Create a NAT Network.</a:t>
            </a:r>
          </a:p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4. Set the IPv4 prefix to 10.0.0.0/24.</a:t>
            </a:r>
          </a:p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5. Return to the VM settings and select the new network.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6. Creating the NAT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Shut down Kali before changing the VM's network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6720840" cy="4251960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Open VirtualBox Manager and go to Tools → Network (menu names may vary by version).</a:t>
            </a:r>
          </a:p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Open the NAT Networks tab and click Create or the plus button.</a:t>
            </a:r>
          </a:p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Give the network a simple name, such as KaliLab.</a:t>
            </a:r>
          </a:p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Set IPv4 Prefix to 10.0.0.0/24.</a:t>
            </a:r>
          </a:p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Save the settings, then open the Kali VM's Settings → Network.</a:t>
            </a:r>
          </a:p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Select NAT Network and choose KaliLab in the Name field.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74519"/>
            <a:ext cx="3520440" cy="1325880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874519"/>
            <a:ext cx="64008" cy="1325880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9" y="1984248"/>
            <a:ext cx="320954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Network vs. host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2368296"/>
            <a:ext cx="3191256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10.0.0.0/24 defines the subnet. 10.0.0.2/24 is the address planned for Kali.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474720"/>
            <a:ext cx="3520440" cy="1325880"/>
          </a:xfrm>
          <a:prstGeom prst="roundRect">
            <a:avLst/>
          </a:prstGeom>
          <a:solidFill>
            <a:srgbClr val="FAEFE0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3474720"/>
            <a:ext cx="64008" cy="1325880"/>
          </a:xfrm>
          <a:prstGeom prst="rect">
            <a:avLst/>
          </a:prstGeom>
          <a:solidFill>
            <a:srgbClr val="9C5B23"/>
          </a:solidFill>
          <a:ln>
            <a:solidFill>
              <a:srgbClr val="9C5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3584448"/>
            <a:ext cx="320954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9C5B23"/>
                </a:solidFill>
                <a:latin typeface="Aptos"/>
              </a:defRPr>
            </a:pPr>
            <a:r>
              <a:t>Gateway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3968496"/>
            <a:ext cx="3191256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Do not assume the gateway is 10.0.0.1. Check the actual NAT Network settings before assigning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7. Configuring Kali's Static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First identify the actual NetworkManager connection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52760" cy="777240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64008" cy="777240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82495"/>
            <a:ext cx="1034186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Step 1 — List connections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66543"/>
            <a:ext cx="10323576" cy="21031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937"/>
                </a:solidFill>
                <a:latin typeface="Aptos"/>
              </a:defRPr>
            </a:pPr>
            <a:r>
              <a:t>nmcli connection show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60320"/>
            <a:ext cx="10652760" cy="1097280"/>
          </a:xfrm>
          <a:prstGeom prst="roundRect">
            <a:avLst/>
          </a:prstGeom>
          <a:solidFill>
            <a:srgbClr val="E4F1E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64008" cy="1097280"/>
          </a:xfrm>
          <a:prstGeom prst="rect">
            <a:avLst/>
          </a:prstGeom>
          <a:solidFill>
            <a:srgbClr val="2B6F59"/>
          </a:solidFill>
          <a:ln>
            <a:solidFill>
              <a:srgbClr val="2B6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1034186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6F59"/>
                </a:solidFill>
                <a:latin typeface="Aptos"/>
              </a:defRPr>
            </a:pPr>
            <a:r>
              <a:t>Step 2 — Configure the address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54096"/>
            <a:ext cx="10323576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Replace CONNECTION_NAME with the exact name shown by the command. Set the address to 10.0.0.2/24 and use the gateway and DNS values appropriate to your NAT Network.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94760"/>
            <a:ext cx="101498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Example format (replace the connection name and verify the gateway first):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43400"/>
            <a:ext cx="10561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62272"/>
            <a:ext cx="101498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sudo nmcli connection modify "CONNECTION_NAME" ipv4.method manual ipv4.addresses 10.0.0.2/24 ipv4.gateway GATEWAY_IP ipv4.dns "1.1.1.1 8.8.8.8"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349240"/>
            <a:ext cx="10652760" cy="685800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349240"/>
            <a:ext cx="64008" cy="685800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458968"/>
            <a:ext cx="1034186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Step 3 — Reconnect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843016"/>
            <a:ext cx="10323576" cy="118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sudo nmcli connection down "CONNECTION_NAME"  then  sudo nmcli connection up "CONNECTION_NAME"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8. Verifying the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Run each command separately and record the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703320" cy="676656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64008" cy="676656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7"/>
            <a:ext cx="33924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IP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3374136" cy="109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ip -4 addr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655064"/>
            <a:ext cx="64008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Confirm 10.0.0.2/24 appears on the correct 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14015"/>
            <a:ext cx="3703320" cy="676656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414015"/>
            <a:ext cx="64008" cy="676656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23744"/>
            <a:ext cx="33924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Routing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07791"/>
            <a:ext cx="3374136" cy="109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ip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514599"/>
            <a:ext cx="64008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Check the default route and gateway.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73552"/>
            <a:ext cx="3703320" cy="676656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273552"/>
            <a:ext cx="64008" cy="676656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83280"/>
            <a:ext cx="33924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67328"/>
            <a:ext cx="3374136" cy="109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ping -c 4 GATEWAY_IP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374136"/>
            <a:ext cx="64008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Replace GATEWAY_IP with the gateway shown in VirtualBox.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33087"/>
            <a:ext cx="3703320" cy="676656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133087"/>
            <a:ext cx="64008" cy="676656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42816"/>
            <a:ext cx="33924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Internet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626864"/>
            <a:ext cx="3374136" cy="109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ping -c 4 1.1.1.1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233672"/>
            <a:ext cx="64008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Tests connectivity to an external IP address.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992624"/>
            <a:ext cx="3703320" cy="676656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992624"/>
            <a:ext cx="64008" cy="676656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102352"/>
            <a:ext cx="33924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DNS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486400"/>
            <a:ext cx="3374136" cy="109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  <a:r>
              <a:t>ping -c 4 google.com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093208"/>
            <a:ext cx="640080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Checks whether domain names resolve.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89320"/>
            <a:ext cx="10607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9C5B23"/>
                </a:solidFill>
                <a:latin typeface="Aptos"/>
              </a:defRPr>
            </a:pPr>
            <a:r>
              <a:t>If a test fails, check the adapter, subnet, gateway, DNS and network status before changing more settings.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9. Clipboard, Drag-and-Drop and Snapshots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Useful quality-of-life and recovery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520440" cy="1691640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1691640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320954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Shared Clipboard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3191256" cy="11247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VM Settings → General → Advanced → Shared Clipboard → Bidirectional.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691640"/>
          </a:xfrm>
          <a:prstGeom prst="roundRect">
            <a:avLst/>
          </a:prstGeom>
          <a:solidFill>
            <a:srgbClr val="E4F1E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1691640"/>
          </a:xfrm>
          <a:prstGeom prst="rect">
            <a:avLst/>
          </a:prstGeom>
          <a:solidFill>
            <a:srgbClr val="2B6F59"/>
          </a:solidFill>
          <a:ln>
            <a:solidFill>
              <a:srgbClr val="2B6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55648"/>
            <a:ext cx="320954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6F59"/>
                </a:solidFill>
                <a:latin typeface="Aptos"/>
              </a:defRPr>
            </a:pPr>
            <a:r>
              <a:t>Drag-and-Drop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39696"/>
            <a:ext cx="3191256" cy="11247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VM Settings → General → Advanced → Drag'n'Drop → Bidirectional.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520440" cy="1691640"/>
          </a:xfrm>
          <a:prstGeom prst="roundRect">
            <a:avLst/>
          </a:prstGeom>
          <a:solidFill>
            <a:srgbClr val="FAEFE0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645920"/>
            <a:ext cx="64008" cy="1691640"/>
          </a:xfrm>
          <a:prstGeom prst="rect">
            <a:avLst/>
          </a:prstGeom>
          <a:solidFill>
            <a:srgbClr val="9C5B23"/>
          </a:solidFill>
          <a:ln>
            <a:solidFill>
              <a:srgbClr val="9C5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755648"/>
            <a:ext cx="320954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9C5B23"/>
                </a:solidFill>
                <a:latin typeface="Aptos"/>
              </a:defRPr>
            </a:pPr>
            <a:r>
              <a:t>Guest Additions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139696"/>
            <a:ext cx="3191256" cy="11247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2937"/>
                </a:solidFill>
                <a:latin typeface="Aptos"/>
              </a:defRPr>
            </a:pPr>
            <a:r>
              <a:t>If clipboard or drag-and-drop does not work, check whether VirtualBox Guest Additions is installed and working.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10515600" cy="1737360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Create a snapshot only after the VM boots and the network has been checked.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Select the VM → Snapshots → Take, then use a clear name such as Kali-Lab-Setup-Complete.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Configure any shared folder separately under Settings → Shared Folders.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10. Problems and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A short troubleshooting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017520" cy="713232"/>
          </a:xfrm>
          <a:prstGeom prst="roundRect">
            <a:avLst/>
          </a:prstGeom>
          <a:solidFill>
            <a:srgbClr val="FAEFE0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64008" cy="713232"/>
          </a:xfrm>
          <a:prstGeom prst="rect">
            <a:avLst/>
          </a:prstGeom>
          <a:solidFill>
            <a:srgbClr val="9C5B23"/>
          </a:solidFill>
          <a:ln>
            <a:solidFill>
              <a:srgbClr val="9C5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27066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9C5B23"/>
                </a:solidFill>
                <a:latin typeface="Aptos"/>
              </a:defRPr>
            </a:pPr>
            <a:r>
              <a:t>NAT Network name is blank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02536"/>
            <a:ext cx="2688336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023360" y="1581912"/>
            <a:ext cx="722376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Create a NAT Network first, then select it in the VM adapter settings.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86584"/>
            <a:ext cx="3017520" cy="713232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386584"/>
            <a:ext cx="64008" cy="71323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496312"/>
            <a:ext cx="27066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No internet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2688336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023360" y="2459736"/>
            <a:ext cx="722376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Check the network mode, subnet, gateway, DNS and whether the virtual cable is connected.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64408"/>
            <a:ext cx="3017520" cy="713232"/>
          </a:xfrm>
          <a:prstGeom prst="roundRect">
            <a:avLst/>
          </a:prstGeom>
          <a:solidFill>
            <a:srgbClr val="E4F1E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264408"/>
            <a:ext cx="64008" cy="713232"/>
          </a:xfrm>
          <a:prstGeom prst="rect">
            <a:avLst/>
          </a:prstGeom>
          <a:solidFill>
            <a:srgbClr val="2B6F59"/>
          </a:solidFill>
          <a:ln>
            <a:solidFill>
              <a:srgbClr val="2B6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74136"/>
            <a:ext cx="27066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6F59"/>
                </a:solidFill>
                <a:latin typeface="Aptos"/>
              </a:defRPr>
            </a:pPr>
            <a:r>
              <a:t>IP address conflict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58183"/>
            <a:ext cx="2688336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023360" y="3337560"/>
            <a:ext cx="722376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Make sure no other VM is using 10.0.0.2.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42231"/>
            <a:ext cx="3017520" cy="713232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142231"/>
            <a:ext cx="64008" cy="71323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51959"/>
            <a:ext cx="27066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Clipboard or drag-and-drop fails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636007"/>
            <a:ext cx="2688336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023360" y="4215383"/>
            <a:ext cx="722376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Check Bidirectional settings and Guest Additions; restart the VM if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20056"/>
            <a:ext cx="3017520" cy="713232"/>
          </a:xfrm>
          <a:prstGeom prst="roundRect">
            <a:avLst/>
          </a:prstGeom>
          <a:solidFill>
            <a:srgbClr val="FAEFE0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020056"/>
            <a:ext cx="64008" cy="713232"/>
          </a:xfrm>
          <a:prstGeom prst="rect">
            <a:avLst/>
          </a:prstGeom>
          <a:solidFill>
            <a:srgbClr val="9C5B23"/>
          </a:solidFill>
          <a:ln>
            <a:solidFill>
              <a:srgbClr val="9C5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129784"/>
            <a:ext cx="270662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9C5B23"/>
                </a:solidFill>
                <a:latin typeface="Aptos"/>
              </a:defRPr>
            </a:pPr>
            <a:r>
              <a:t>nmcli command fails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513832"/>
            <a:ext cx="2688336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2937"/>
                </a:solidFill>
                <a:latin typeface="Aptos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4023360" y="5093208"/>
            <a:ext cx="722376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Run nmcli connection show and use the exact connection name.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11. Submitting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Prepare the evidence and follow your course instructions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166360" cy="1554480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64008" cy="1554480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485546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1. 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9696"/>
            <a:ext cx="4837176" cy="9875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Create a repository and upload the README, steps you completed, and your own screenshots.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166360" cy="1554480"/>
          </a:xfrm>
          <a:prstGeom prst="roundRect">
            <a:avLst/>
          </a:prstGeom>
          <a:solidFill>
            <a:srgbClr val="E4F1EA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64008" cy="1554480"/>
          </a:xfrm>
          <a:prstGeom prst="rect">
            <a:avLst/>
          </a:prstGeom>
          <a:solidFill>
            <a:srgbClr val="2B6F59"/>
          </a:solidFill>
          <a:ln>
            <a:solidFill>
              <a:srgbClr val="2B6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485546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B6F59"/>
                </a:solidFill>
                <a:latin typeface="Aptos"/>
              </a:defRPr>
            </a:pPr>
            <a:r>
              <a:t>2. LinkedIn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39696"/>
            <a:ext cx="4837176" cy="9875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Write a short post about what you learned. Tag the requested course account or instructor if required, and add the repository link as instructed.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40"/>
            <a:ext cx="5166360" cy="1554480"/>
          </a:xfrm>
          <a:prstGeom prst="roundRect">
            <a:avLst/>
          </a:prstGeom>
          <a:solidFill>
            <a:srgbClr val="FAEFE0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20440"/>
            <a:ext cx="64008" cy="1554480"/>
          </a:xfrm>
          <a:prstGeom prst="rect">
            <a:avLst/>
          </a:prstGeom>
          <a:solidFill>
            <a:srgbClr val="9C5B23"/>
          </a:solidFill>
          <a:ln>
            <a:solidFill>
              <a:srgbClr val="9C5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30168"/>
            <a:ext cx="485546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9C5B23"/>
                </a:solidFill>
                <a:latin typeface="Aptos"/>
              </a:defRPr>
            </a:pPr>
            <a:r>
              <a:t>3. Troubleshooting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14216"/>
            <a:ext cx="4837176" cy="9875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Describe a real issue you encountered and how you resolved it. Do not claim that a problem was fixed unless you verified the result.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20440"/>
            <a:ext cx="5166360" cy="1554480"/>
          </a:xfrm>
          <a:prstGeom prst="roundRect">
            <a:avLst/>
          </a:prstGeom>
          <a:solidFill>
            <a:srgbClr val="E1ED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520440"/>
            <a:ext cx="64008" cy="1554480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630168"/>
            <a:ext cx="4855464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35791"/>
                </a:solidFill>
                <a:latin typeface="Aptos"/>
              </a:defRPr>
            </a:pPr>
            <a:r>
              <a:t>4. Submission 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14216"/>
            <a:ext cx="4837176" cy="9875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Open the submission form provided by your course and enter the requested details and links. Check your course page for the current deadline.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86577"/>
                </a:solidFill>
                <a:latin typeface="Aptos"/>
              </a:defRPr>
            </a:pPr>
            <a:r>
              <a:t>Use the exact submission requirements provided by your instructor or training program.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12. README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Edit this to match what you actually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652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4160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# Week 1 — Kali Linux Lab Setup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## Objective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Set up Kali Linux in VirtualBox for an authorized practice lab.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## Planned Configuration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- Network mode: NAT Network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- Subnet: 10.0.0.0/24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- Kali IP: 10.0.0.2/24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## Work Completed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- [ ] Created the NAT Network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- [ ] Connected Kali to the correct network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- [ ] Configured and verified the IP address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- [ ] Tested gateway, internet and DNS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- [ ] Checked clipboard and drag-and-drop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- [ ] Created a recovery snapshot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## Troubleshooting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Problem: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Solution: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Verification: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## Evidence</a:t>
            </a:r>
          </a:p>
          <a:p>
            <a:pPr>
              <a:spcAft>
                <a:spcPts val="60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Add screenshots of your actual settings and test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2937"/>
                </a:solidFill>
                <a:latin typeface="Aptos"/>
              </a:defRPr>
            </a:pPr>
            <a:r>
              <a:t>13. Final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7824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86577"/>
                </a:solidFill>
                <a:latin typeface="Aptos"/>
              </a:defRPr>
            </a:pPr>
            <a:r>
              <a:t>Review these items before you submit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749808" cy="50292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8657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698480" cy="4480560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The NAT Network uses 10.0.0.0/24.</a:t>
            </a:r>
          </a:p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Adapter 1 is attached to the correct NAT Network.</a:t>
            </a:r>
          </a:p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Kali's IP address and connectivity checks are recorded.</a:t>
            </a:r>
          </a:p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Clipboard and drag-and-drop have been tested, if required.</a:t>
            </a:r>
          </a:p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A snapshot was created after verification.</a:t>
            </a:r>
          </a:p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The GitHub README includes accurate steps and screenshots.</a:t>
            </a:r>
          </a:p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The LinkedIn post and submission form are complete, if required by the course.</a:t>
            </a:r>
          </a:p>
          <a:p>
            <a:pPr>
              <a:spcAft>
                <a:spcPts val="11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I have not marked any untested step as completed.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515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9C5B23"/>
                </a:solidFill>
                <a:latin typeface="Aptos"/>
              </a:defRPr>
            </a:pPr>
            <a:r>
              <a:t>Safety: practice only on systems you own or have explicit permission to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B6F59"/>
                </a:solidFill>
                <a:latin typeface="Aptos"/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937"/>
                </a:solidFill>
                <a:latin typeface="Aptos"/>
              </a:defRPr>
            </a:pPr>
            <a:r>
              <a:t>A working lab is better than a finished checklist.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60320"/>
            <a:ext cx="996696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35791"/>
                </a:solidFill>
                <a:latin typeface="Aptos"/>
              </a:defRPr>
            </a:pPr>
            <a:r>
              <a:t>The next step is to verify the NAT Network, confirm Kali's IP address, test connectivity, and save screenshots of the working setup.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114800"/>
            <a:ext cx="1005840" cy="54864"/>
          </a:xfrm>
          <a:prstGeom prst="rect">
            <a:avLst/>
          </a:prstGeom>
          <a:solidFill>
            <a:srgbClr val="235791"/>
          </a:solidFill>
          <a:ln>
            <a:solidFill>
              <a:srgbClr val="23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7840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586577"/>
                </a:solidFill>
                <a:latin typeface="Aptos"/>
              </a:defRPr>
            </a:pPr>
            <a:r>
              <a:t>Document what you did, what went wrong, and how you confirmed the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9875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86577"/>
                </a:solidFill>
                <a:latin typeface="Aptos"/>
              </a:defRPr>
            </a:pPr>
            <a:r>
              <a:t>Kali Linux Lab Setup • Week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